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371600"/>
            <a:ext cx="73152" cy="20116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de Navegación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Rutas con Dijkstra y A*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926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Software — Patrones de Diseño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709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Marzo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Contenido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640080" cy="457200"/>
          </a:xfrm>
          <a:prstGeom prst="rect">
            <a:avLst/>
          </a:prstGeom>
          <a:solidFill>
            <a:srgbClr val="E74C3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887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0" y="1188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rutas urbanas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40080" cy="457200"/>
          </a:xfrm>
          <a:prstGeom prst="rect">
            <a:avLst/>
          </a:prstGeom>
          <a:solidFill>
            <a:srgbClr val="E74C3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830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tres capas + UML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640080" cy="457200"/>
          </a:xfrm>
          <a:prstGeom prst="rect">
            <a:avLst/>
          </a:prstGeom>
          <a:solidFill>
            <a:srgbClr val="E74C3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377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Strategy, MVC, SOLID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971800"/>
            <a:ext cx="640080" cy="457200"/>
          </a:xfrm>
          <a:prstGeom prst="rect">
            <a:avLst/>
          </a:prstGeom>
          <a:solidFill>
            <a:srgbClr val="E74C3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29718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57600" y="2971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funcional PHP + Leaflet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640080" cy="457200"/>
          </a:xfrm>
          <a:prstGeom prst="rect">
            <a:avLst/>
          </a:prstGeom>
          <a:solidFill>
            <a:srgbClr val="E74C3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566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3566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57600" y="3566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métricas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640080" cy="457200"/>
          </a:xfrm>
          <a:prstGeom prst="rect">
            <a:avLst/>
          </a:prstGeom>
          <a:solidFill>
            <a:srgbClr val="E74C3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41605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71600" y="4160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657600" y="4160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Aprendizajes y trabajo futuro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rutas de reparto en entornos urbanos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25603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54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🚚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Vehículos de reparto deben recorrer múltiples puntos minimizando costos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560320" cy="25603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554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🗺️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38328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26517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calles = grafo ponderado no dirigido (nodos + aristas)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2560320" cy="25603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554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21792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26517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por distancia (metros) o tiempo estimado (segundos)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82296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206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del 10-30% en costos operativos con algoritmos de ruta óptima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del Sistema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capas con API REST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09728" cy="7772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280160"/>
            <a:ext cx="7955280" cy="7772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2801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12801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 •  CSS3  •  JavaScript  •  Leaflet.js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109728" cy="7772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2286000"/>
            <a:ext cx="7955280" cy="7772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286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0" y="22860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index.php  •  JSON  •  CORS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109728" cy="77724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3291840"/>
            <a:ext cx="7955280" cy="7772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32918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00400" y="32918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NavegacionController  •  EstrategiaRuta  •  Dijkstra  •  A*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109728" cy="77724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" y="4297680"/>
            <a:ext cx="7955280" cy="7772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4297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00400" y="42976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•  Mapa  •  Nodo  •  Arista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Diagrama de Componentes</a:t>
            </a:r>
            <a:endParaRPr lang="en-US" sz="2600" dirty="0"/>
          </a:p>
        </p:txBody>
      </p:sp>
      <p:pic>
        <p:nvPicPr>
          <p:cNvPr id="4" name="Image 0" descr="/home/claude/output/diagrams/componen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3152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Diagrama de Clases</a:t>
            </a:r>
            <a:endParaRPr lang="en-US" sz="2600" dirty="0"/>
          </a:p>
        </p:txBody>
      </p:sp>
      <p:pic>
        <p:nvPicPr>
          <p:cNvPr id="4" name="Image 0" descr="/home/claude/output/diagrams/cl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85953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Diagrama de Secuencia</a:t>
            </a:r>
            <a:endParaRPr lang="en-US" sz="2600" dirty="0"/>
          </a:p>
        </p:txBody>
      </p:sp>
      <p:pic>
        <p:nvPicPr>
          <p:cNvPr id="4" name="Image 0" descr="/home/claude/output/diagrams/secuenc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85953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Patrón Strategy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et al. — Gang of Four (1994)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26080" y="1371600"/>
            <a:ext cx="3291840" cy="109728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26080" y="13716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«interface»</a:t>
            </a:r>
            <a:endParaRPr lang="en-US" sz="11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EstrategiaRuta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+ calcularRuta(mapa, orig, dest, crit)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2926080" cy="11887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01752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Dijkstra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Cola de prioridad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Explora todos los caminos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0" y="3017520"/>
            <a:ext cx="2926080" cy="11887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0" y="301752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A* (A-Star)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Heurística Haversine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Búsqueda guiada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94560" y="2468880"/>
            <a:ext cx="2377440" cy="548640"/>
          </a:xfrm>
          <a:prstGeom prst="line">
            <a:avLst/>
          </a:prstGeom>
          <a:noFill/>
          <a:ln w="25400">
            <a:solidFill>
              <a:srgbClr val="2C3E5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572000" y="2468880"/>
            <a:ext cx="2377440" cy="548640"/>
          </a:xfrm>
          <a:prstGeom prst="line">
            <a:avLst/>
          </a:prstGeom>
          <a:noFill/>
          <a:ln w="25400">
            <a:solidFill>
              <a:srgbClr val="2C3E5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48640" y="4480560"/>
            <a:ext cx="8229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intercambiables en tiempo de ejecución  •  Abierto a extensión  •  Cerrado a modificación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Comparación de Algoritmos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Completitud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(h admisible)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(h admisible)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Complejidad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O((V+E) log V)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O((V+E) log V)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Nodos explorados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 los accesibles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Guiado por heurística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Heurística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usa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Haversine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 para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Grafos pequeños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Grafos grandes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3931920"/>
            <a:ext cx="3474720" cy="9144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39319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74C3C"/>
                </a:solidFill>
              </a:rPr>
              <a:t>60-70%</a:t>
            </a:r>
            <a:endParaRPr lang="en-US" sz="3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</a:rPr>
              <a:t>menos nodos explorados con A*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4937760" y="3931920"/>
            <a:ext cx="3474720" cy="9144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937760" y="39319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3E50"/>
                </a:solidFill>
              </a:rPr>
              <a:t>f(n) = g(n) + h(n)</a:t>
            </a:r>
            <a:endParaRPr lang="en-US" sz="2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</a:rPr>
              <a:t>Función de evaluación A*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Prototipo Funcional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 y funcionamiento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920240" cy="1097280"/>
          </a:xfrm>
          <a:prstGeom prst="rect">
            <a:avLst/>
          </a:prstGeom>
          <a:solidFill>
            <a:srgbClr val="9B59B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8016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PHP 7.4+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Backend API REST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97480" y="1280160"/>
            <a:ext cx="1920240" cy="1097280"/>
          </a:xfrm>
          <a:prstGeom prst="rect">
            <a:avLst/>
          </a:prstGeom>
          <a:solidFill>
            <a:srgbClr val="1ABC9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97480" y="128016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PostgreSQL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Base de datos relacional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6320" y="1280160"/>
            <a:ext cx="1920240" cy="109728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28016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Leaflet.js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Mapa interactivo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95160" y="1280160"/>
            <a:ext cx="1920240" cy="1097280"/>
          </a:xfrm>
          <a:prstGeom prst="rect">
            <a:avLst/>
          </a:prstGeom>
          <a:solidFill>
            <a:srgbClr val="E67E2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95160" y="128016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HTML/CSS/JS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Frontend responsivo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54864" cy="2743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743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Usuario selecciona origen y destino en selectores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54864" cy="2743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108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Elige estrategia (Dijkstra/A*) y criterio (dist/tiempo)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54864" cy="2743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474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Frontend envía GET a API PHP con parámetros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54864" cy="2743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8404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Backend ejecuta algoritmo sobre grafo cargado desde BD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206240"/>
            <a:ext cx="54864" cy="2743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206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API devuelve JSON con ruta, distancia y tiempo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54864" cy="2743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572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Leaflet dibuja polyline roja sobre el mapa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Pruebas y Resultados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92024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Estrategia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→ 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 (t)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74720"/>
            <a:ext cx="3840480" cy="13716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3474720"/>
            <a:ext cx="73152" cy="13716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35661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Correctitud validada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Ambos algoritmos producen rutas óptimas idénticas en todos los casos de prueba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754880" y="3474720"/>
            <a:ext cx="3840480" cy="13716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3474720"/>
            <a:ext cx="73152" cy="13716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0" y="35661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Strategy validado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Cambio de algoritmo en tiempo de ejecución sin modificar el controlador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772400" cy="457200"/>
          </a:xfrm>
          <a:prstGeom prst="rect">
            <a:avLst/>
          </a:prstGeom>
          <a:solidFill>
            <a:srgbClr val="24355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73152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0972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Strategy es ideal para encapsular algoritmos intercambiables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7772400" cy="457200"/>
          </a:xfrm>
          <a:prstGeom prst="rect">
            <a:avLst/>
          </a:prstGeom>
          <a:solidFill>
            <a:srgbClr val="243554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691640"/>
            <a:ext cx="73152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6916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Dijkstra + A* cubren un espectro amplio de escenarios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286000"/>
            <a:ext cx="7772400" cy="457200"/>
          </a:xfrm>
          <a:prstGeom prst="rect">
            <a:avLst/>
          </a:prstGeom>
          <a:solidFill>
            <a:srgbClr val="243554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286000"/>
            <a:ext cx="73152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2860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Arquitectura en capas facilita la evolución del sistema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2880360"/>
            <a:ext cx="7772400" cy="457200"/>
          </a:xfrm>
          <a:prstGeom prst="rect">
            <a:avLst/>
          </a:prstGeom>
          <a:solidFill>
            <a:srgbClr val="243554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880360"/>
            <a:ext cx="73152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28803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PostgreSQL + lista de adyacencia escala eficientemente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3474720"/>
            <a:ext cx="7772400" cy="457200"/>
          </a:xfrm>
          <a:prstGeom prst="rect">
            <a:avLst/>
          </a:prstGeom>
          <a:solidFill>
            <a:srgbClr val="243554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474720"/>
            <a:ext cx="73152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4747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Leaflet ofrece experiencia visual intuitiva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4069080"/>
            <a:ext cx="7772400" cy="457200"/>
          </a:xfrm>
          <a:prstGeom prst="rect">
            <a:avLst/>
          </a:prstGeom>
          <a:solidFill>
            <a:srgbClr val="243554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069080"/>
            <a:ext cx="73152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40690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Futuro: Bellman-Ford, tráfico en tiempo real, multiobjetivo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¡Gracias!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Navegación — Optimización de Rutas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0" y="3291840"/>
            <a:ext cx="36576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566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Navegación - Optimización de Rutas</dc:title>
  <dc:subject>PptxGenJS Presentation</dc:subject>
  <dc:creator>Equipo de Proyecto</dc:creator>
  <cp:lastModifiedBy>Equipo de Proyecto</cp:lastModifiedBy>
  <cp:revision>1</cp:revision>
  <dcterms:created xsi:type="dcterms:W3CDTF">2026-03-31T06:28:29Z</dcterms:created>
  <dcterms:modified xsi:type="dcterms:W3CDTF">2026-03-31T06:28:29Z</dcterms:modified>
</cp:coreProperties>
</file>